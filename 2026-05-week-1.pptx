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CEO Update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AI-Native Power BI Authoring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weeks in. End-to-end working. Shippable v1 in approximately three weeks.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capabilities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36720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3672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specialist agents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24800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92480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 green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HESHAM EISSA  ·  PREPARED FOR CEO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784080" y="6492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 ·  TL;DR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pitch, distilled.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106424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73152" cy="182880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68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builds Power BI dashboards from natural language. </a:t>
            </a:r>
            <a:pPr indent="0" marL="0">
              <a:buNone/>
            </a:pPr>
            <a:r>
              <a:rPr lang="en-US" sz="2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Production-grade. </a:t>
            </a:r>
            <a:pPr indent="0" marL="0">
              <a:buNone/>
            </a:pPr>
            <a:r>
              <a:rPr lang="en-US" sz="2400" b="1" i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 rails competitors don't have.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weeks in.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End-to-end working — natural language to a finished dashboard.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 / 7 / 500.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capabilities · specialist agents · automated tests green.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Shippable in ~3 weeks.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Catches whole classes of bugs Microsoft's own tooling renders silently.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 ·  THE MOAT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WHY THIS IS HARD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public spec. No public API.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shape reverse-engineered.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0352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48456"/>
            <a:ext cx="91440" cy="914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 never published how Power BI stores reports on disk.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91440" cy="914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developer API to author reports programmatically.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91440" cy="914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00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visual, binding, filter and theme key figured out empirically.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OUR EDGE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337560"/>
            <a:ext cx="5303520" cy="7315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648456"/>
            <a:ext cx="91440" cy="914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Empirical knowledge encoded as guardrails the AI cannot violate.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288536"/>
            <a:ext cx="91440" cy="914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Byte-fidelity round-trip — rewrite any report without drift.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928616"/>
            <a:ext cx="91440" cy="9144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800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parser. An authoring engine — the body of work is the moat.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 · 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TWO LAYERS · TWO STREAMS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own one fully. Orchestrate the other.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30352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77440"/>
            <a:ext cx="5303520" cy="5486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 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Modeling — Orchestrated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 ships a server we drive.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78808"/>
            <a:ext cx="73152" cy="7315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Tables · columns · DAX measures · relationships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636008"/>
            <a:ext cx="73152" cy="7315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Validator stack — grain · bridge · BPA rules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093208"/>
            <a:ext cx="73152" cy="7315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edge: a validator layer nobody else has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377440"/>
            <a:ext cx="5303520" cy="347472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377440"/>
            <a:ext cx="53035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B7C7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 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 — 100% Ours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751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5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 reverse-engineered. The whole authoring surface.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4178808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Pages · charts · filters · themes · bookmarks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4636008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Byte-fidelity round-trip on any report file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5093208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Generalizable to Tableau / Looker / Sigma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Weekly cadence reports along this seam: Modeling shipped / next  ·  Report shipped / next.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 ·  COMPETITIVE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 WE 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AI-native authoring is wide open. We're first.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34540"/>
                <a:gridCol w="2034540"/>
                <a:gridCol w="2034540"/>
                <a:gridCol w="20345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AI-NATIVE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REPORT LAYER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OPEN ARCH.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VALIDATORS</a:t>
                      </a:r>
                      <a:endParaRPr lang="en-US" sz="9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724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Tabular Editor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724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pbir-cli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○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7244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Microsoft MCP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✓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✓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✓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✓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447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577840"/>
            <a:ext cx="73152" cy="91440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577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us: AI-native, both layers, open architecture. Generalizable to Tableau · Looker · Sigma later.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 ·  WHAT'S BUILT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STATUS · LIVE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Natural language → dashboard. End-to-end.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MODELING — LAYER 01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25780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DAX measure synthesis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900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YoY · MoM · QoQ · YTD · rolling · vs-target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2578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37560"/>
            <a:ext cx="4994910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Multi-fact reasoning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 schema · actuals/targets · header/lines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2578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89120"/>
            <a:ext cx="4469130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00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Validator stack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0932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grain · bridge · 15 BPA rules · new this week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52578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440680"/>
            <a:ext cx="2628900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194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 — LAYER 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514600"/>
            <a:ext cx="525780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697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 visual types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29900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bar · column · card · KPI · matrix · slicer · line 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3337560"/>
            <a:ext cx="52578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337560"/>
            <a:ext cx="4732020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7490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Pages &amp; filters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404164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categorical · TopN · relative-date · bookmarks · themes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4389120"/>
            <a:ext cx="52578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4389120"/>
            <a:ext cx="4206240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800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scaffolds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5156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50932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 · KPI grid · drill-through · byte-fidelity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5440680"/>
            <a:ext cx="52578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5440680"/>
            <a:ext cx="3417570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 estimates are indicative. Replace with real values from telemetry.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 ·  INVENTORY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AI WORKFORCE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agents · 16 skills · 1 hook · 4 guardrail layers.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62890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54864" cy="64008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2304288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560320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specialist roles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60420" y="2194560"/>
            <a:ext cx="262890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0420" y="2194560"/>
            <a:ext cx="54864" cy="64008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902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366260" y="2304288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SKILLS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66260" y="2560320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callable capabilities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194560"/>
            <a:ext cx="262890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194560"/>
            <a:ext cx="54864" cy="64008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78040" y="2304288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2560320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PostToolUse validator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83980" y="2194560"/>
            <a:ext cx="262890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3980" y="2194560"/>
            <a:ext cx="54864" cy="64008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258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989820" y="2304288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89820" y="2560320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guardrails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SPECIALIST AGENTS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429000"/>
            <a:ext cx="11064240" cy="7315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6027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pbi-data-architect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60273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3602736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Multi-fact reasoning · relationship synthesis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913632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9502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pbi-model-doctor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0" y="395020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94960" y="3950208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BPA + grain + relationship validators — NEW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261104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9768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pbi-bind-doctor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4297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4297680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Cross-checks every visual binding against the live model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608576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64515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pbi-designer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464515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4645152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 visual alignment · sizing · spacing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4956048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9926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pbi-bulk-operator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499262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0" y="4992624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Bulk rename / where-clause / update across pages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303520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34009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pbi-report-reviewer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534009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94960" y="5340096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report quality audit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5650992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56875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pbi-report-validator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56875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94960" y="5687568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 structural validation after every write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 ·  PROOF POINT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SAME PROMPT · DIFFERENT OUTCOMES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Microsoft's tools silently produce wrong numbers.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Ours catches it first.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502920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834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"Show me sales vs target by sub-category."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03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20440"/>
            <a:ext cx="530352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1C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MICROSOFT TOOLING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Silent failure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" y="4690872"/>
            <a:ext cx="73152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Targets table tracked at Category level.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148072"/>
            <a:ext cx="73152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Math literally impossible at Sub-Category.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605272"/>
            <a:ext cx="73152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renders. Every row wrong. Totals don't reconcile.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520440"/>
            <a:ext cx="530352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520440"/>
            <a:ext cx="5303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OUR DOCTOR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Caught pre-render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690872"/>
            <a:ext cx="73152" cy="7315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Doctor inspects relationship structure.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5148072"/>
            <a:ext cx="73152" cy="7315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Computes blocked axes from the bridge.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5605272"/>
            <a:ext cx="73152" cy="7315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refuses to bind. Dashboard correct on first try.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 ·  ROADMAP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NEXT 4 WEEKS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weeks to v0.4. Four weeks to v1.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MILESTONE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PROGRESS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11064240" cy="7315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529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8163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v0.3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08960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Validators · 15 BPA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Byte-fidelity round-trip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0" y="3017520"/>
            <a:ext cx="173736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3017520"/>
            <a:ext cx="1476756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0" y="288950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30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593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v0.35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108960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 15 → 30 · grain probe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Windows Desktop auto-sync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0" y="3794760"/>
            <a:ext cx="173736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0" y="3794760"/>
            <a:ext cx="694944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0" y="36667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074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43708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v0.4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108960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Relationship auto-suggestion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4407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TopN fix · theme variants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0" y="4572000"/>
            <a:ext cx="173736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4572000"/>
            <a:ext cx="260604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0" y="44439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1106424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184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 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5148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108960" y="5184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 · setup guides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5184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recorded · npm release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44000" y="5349240"/>
            <a:ext cx="173736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0" y="5349240"/>
            <a:ext cx="86868" cy="164592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0" y="52212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Progress values are placeholders pending real tracking.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CEO UPDATE  ·  WEEK 01 /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 ·  CADENCE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446520"/>
            <a:ext cx="1106424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AI-NATIVE  POWER BI  AUTHORING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537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TEMPLATE GOING FORWARD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Monday: 3 numbers. 4 deltas. 1 demo.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MONDAY PACKET — 2 ×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6099048" cy="7315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28666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89604" y="2880360"/>
            <a:ext cx="28666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7244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SHIPPED THIS WEEK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6099048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75888"/>
            <a:ext cx="2866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validator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89604" y="3675888"/>
            <a:ext cx="2866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byte-fidelity tests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COMING NEXT WEEK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544568"/>
            <a:ext cx="6099048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36008"/>
            <a:ext cx="2866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rules 15 → 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89604" y="4636008"/>
            <a:ext cx="2866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Desktop auto-sync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96328" y="23774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EVERY 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96328" y="2697480"/>
            <a:ext cx="4416552" cy="7315"/>
          </a:xfrm>
          <a:prstGeom prst="rect">
            <a:avLst/>
          </a:prstGeom>
          <a:solidFill>
            <a:srgbClr val="072447"/>
          </a:solidFill>
          <a:ln w="12700">
            <a:solidFill>
              <a:srgbClr val="0724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6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927848" y="3063240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 numbers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27848" y="340156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capabilities · tests · agents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96328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927848" y="3977640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Demo-able capability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27848" y="431596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CEO can try or watch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96328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927848" y="4892040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4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Blocks &amp; unblocks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27848" y="5230368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decisions or dependencies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week 2: framing slides 1–4 condense to a single cover; slides 5–9 recur weekly.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Update — Week 1</dc:title>
  <dc:subject>PptxGenJS Presentation</dc:subject>
  <dc:creator>Hesham</dc:creator>
  <cp:lastModifiedBy>Hesham</cp:lastModifiedBy>
  <cp:revision>1</cp:revision>
  <dcterms:created xsi:type="dcterms:W3CDTF">2026-05-14T10:45:57Z</dcterms:created>
  <dcterms:modified xsi:type="dcterms:W3CDTF">2026-05-14T10:45:57Z</dcterms:modified>
</cp:coreProperties>
</file>